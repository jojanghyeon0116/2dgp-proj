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1" r:id="rId3"/>
    <p:sldId id="262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19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49161-9601-4D04-AD88-DADB3BAACA02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9DAB12-C972-4A33-A969-578666726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202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9DAB12-C972-4A33-A969-57866672668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389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E58DF9-5EEB-3968-D1F2-DA899A931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44000" cy="68579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620"/>
            <a:ext cx="4174944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08502" y="1500874"/>
            <a:ext cx="6887365" cy="387035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48"/>
            <a:ext cx="1559634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80082" y="3068761"/>
            <a:ext cx="3378495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580917" y="-6485"/>
            <a:ext cx="257037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738276" y="464574"/>
            <a:ext cx="3682024" cy="9158579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7639"/>
            <a:ext cx="3659866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2155188"/>
            <a:ext cx="3120174" cy="2839273"/>
          </a:xfrm>
        </p:spPr>
        <p:txBody>
          <a:bodyPr>
            <a:normAutofit/>
          </a:bodyPr>
          <a:lstStyle/>
          <a:p>
            <a:pPr algn="l"/>
            <a:r>
              <a:rPr lang="en-US" altLang="ko-KR" sz="3500" dirty="0">
                <a:solidFill>
                  <a:srgbClr val="FFFFFF"/>
                </a:solidFill>
              </a:rPr>
              <a:t>2D </a:t>
            </a:r>
            <a:r>
              <a:rPr lang="ko-KR" altLang="en-US" sz="3500" dirty="0">
                <a:solidFill>
                  <a:srgbClr val="FFFFFF"/>
                </a:solidFill>
              </a:rPr>
              <a:t>게임 프로그래밍</a:t>
            </a:r>
            <a:br>
              <a:rPr lang="ko-KR" altLang="en-US" sz="3500" dirty="0">
                <a:solidFill>
                  <a:srgbClr val="FFFFFF"/>
                </a:solidFill>
              </a:rPr>
            </a:br>
            <a:r>
              <a:rPr lang="ko-KR" altLang="en-US" sz="3500" dirty="0">
                <a:solidFill>
                  <a:srgbClr val="FFFFFF"/>
                </a:solidFill>
              </a:rPr>
              <a:t>프로젝트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71" y="5166367"/>
            <a:ext cx="3120174" cy="850998"/>
          </a:xfrm>
        </p:spPr>
        <p:txBody>
          <a:bodyPr>
            <a:normAutofit/>
          </a:bodyPr>
          <a:lstStyle/>
          <a:p>
            <a:pPr algn="l"/>
            <a:r>
              <a:rPr lang="en-US" altLang="ko-KR" sz="1700">
                <a:solidFill>
                  <a:srgbClr val="FFFFFF"/>
                </a:solidFill>
              </a:rPr>
              <a:t>2022184037 </a:t>
            </a:r>
            <a:r>
              <a:rPr lang="ko-KR" altLang="en-US" sz="1700">
                <a:solidFill>
                  <a:srgbClr val="FFFFFF"/>
                </a:solidFill>
              </a:rPr>
              <a:t>조장현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DE31BC-5DE2-491B-A6B8-5A844E88AF21}"/>
              </a:ext>
            </a:extLst>
          </p:cNvPr>
          <p:cNvSpPr txBox="1">
            <a:spLocks/>
          </p:cNvSpPr>
          <p:nvPr/>
        </p:nvSpPr>
        <p:spPr>
          <a:xfrm>
            <a:off x="4780650" y="2385220"/>
            <a:ext cx="2570371" cy="2379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3500" dirty="0">
                <a:solidFill>
                  <a:srgbClr val="FFFFFF"/>
                </a:solidFill>
              </a:rPr>
              <a:t>용사 키우기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68"/>
    </mc:Choice>
    <mc:Fallback xmlns="">
      <p:transition spd="slow" advTm="796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B385E6-F110-EEF0-BE28-1E881691D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04056B7-C158-8121-6936-CC59B39EC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337117"/>
              </p:ext>
            </p:extLst>
          </p:nvPr>
        </p:nvGraphicFramePr>
        <p:xfrm>
          <a:off x="352324" y="1388450"/>
          <a:ext cx="8112094" cy="4931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026">
                  <a:extLst>
                    <a:ext uri="{9D8B030D-6E8A-4147-A177-3AD203B41FA5}">
                      <a16:colId xmlns:a16="http://schemas.microsoft.com/office/drawing/2014/main" val="3885758577"/>
                    </a:ext>
                  </a:extLst>
                </a:gridCol>
                <a:gridCol w="630095">
                  <a:extLst>
                    <a:ext uri="{9D8B030D-6E8A-4147-A177-3AD203B41FA5}">
                      <a16:colId xmlns:a16="http://schemas.microsoft.com/office/drawing/2014/main" val="899454012"/>
                    </a:ext>
                  </a:extLst>
                </a:gridCol>
                <a:gridCol w="4851132">
                  <a:extLst>
                    <a:ext uri="{9D8B030D-6E8A-4147-A177-3AD203B41FA5}">
                      <a16:colId xmlns:a16="http://schemas.microsoft.com/office/drawing/2014/main" val="3700822558"/>
                    </a:ext>
                  </a:extLst>
                </a:gridCol>
                <a:gridCol w="1081841">
                  <a:extLst>
                    <a:ext uri="{9D8B030D-6E8A-4147-A177-3AD203B41FA5}">
                      <a16:colId xmlns:a16="http://schemas.microsoft.com/office/drawing/2014/main" val="3432567722"/>
                    </a:ext>
                  </a:extLst>
                </a:gridCol>
              </a:tblGrid>
              <a:tr h="2595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주차</a:t>
                      </a:r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진행률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731813"/>
                  </a:ext>
                </a:extLst>
              </a:tr>
              <a:tr h="259563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계획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캐릭터 선택 화면 구현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캐릭터 구현</a:t>
                      </a:r>
                      <a:endParaRPr lang="ko-KR" alt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345135"/>
                  </a:ext>
                </a:extLst>
              </a:tr>
              <a:tr h="2595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결과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캐릭터 선택 화면 구현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, 3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개의 캐릭터 이동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공격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점프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구현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962457"/>
                  </a:ext>
                </a:extLst>
              </a:tr>
              <a:tr h="259563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계획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스킬 구현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031038"/>
                  </a:ext>
                </a:extLst>
              </a:tr>
              <a:tr h="2595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결과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직업이 다른 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개의 캐릭터의 각기 다른 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개의 스킬 구현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90%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443156"/>
                  </a:ext>
                </a:extLst>
              </a:tr>
              <a:tr h="259563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계획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몬스터 구현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156538"/>
                  </a:ext>
                </a:extLst>
              </a:tr>
              <a:tr h="2595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결과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몬스터가 일정거리에서 플레이어를 따라오도록 구현 및 공격 구현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90%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29677"/>
                  </a:ext>
                </a:extLst>
              </a:tr>
              <a:tr h="259563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계획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돈과 아이템 그리고 경험치 시스템 구현 및 몬스터가 </a:t>
                      </a:r>
                      <a:r>
                        <a:rPr lang="ko-KR" altLang="en-US" sz="1100" dirty="0" err="1">
                          <a:solidFill>
                            <a:schemeClr val="bg1"/>
                          </a:solidFill>
                        </a:rPr>
                        <a:t>드랍하도록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 구현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733110"/>
                  </a:ext>
                </a:extLst>
              </a:tr>
              <a:tr h="2595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결과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캐릭터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몬스터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스킬 충돌처리 구현 및 몬스터가 죽을 시 아이템 드랍 구현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90%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484888"/>
                  </a:ext>
                </a:extLst>
              </a:tr>
              <a:tr h="259563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계획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일반 스테이지 구현 및 상점 스테이지 구현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61477"/>
                  </a:ext>
                </a:extLst>
              </a:tr>
              <a:tr h="2595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결과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284245"/>
                  </a:ext>
                </a:extLst>
              </a:tr>
              <a:tr h="259563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계획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게임 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UI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 구현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체력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마나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스킬 </a:t>
                      </a:r>
                      <a:r>
                        <a:rPr lang="ko-KR" altLang="en-US" sz="1100" dirty="0" err="1">
                          <a:solidFill>
                            <a:schemeClr val="bg1"/>
                          </a:solidFill>
                        </a:rPr>
                        <a:t>쿨타임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돈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등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382702"/>
                  </a:ext>
                </a:extLst>
              </a:tr>
              <a:tr h="2595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결과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493403"/>
                  </a:ext>
                </a:extLst>
              </a:tr>
              <a:tr h="259563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계획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메뉴 개발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스테이지 이동 포탈 구현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86766"/>
                  </a:ext>
                </a:extLst>
              </a:tr>
              <a:tr h="2595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결과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280861"/>
                  </a:ext>
                </a:extLst>
              </a:tr>
              <a:tr h="259563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계획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보스 스테이지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보스 구현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307219"/>
                  </a:ext>
                </a:extLst>
              </a:tr>
              <a:tr h="2529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결과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26951"/>
                  </a:ext>
                </a:extLst>
              </a:tr>
              <a:tr h="259563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계획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전체 코드 검토 및 버그 수정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837578"/>
                  </a:ext>
                </a:extLst>
              </a:tr>
              <a:tr h="2595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결과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663425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CB6DFDFA-0C08-8FCA-9D44-C364ABA60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24" y="122725"/>
            <a:ext cx="8112094" cy="1143000"/>
          </a:xfrm>
        </p:spPr>
        <p:txBody>
          <a:bodyPr>
            <a:normAutofit/>
          </a:bodyPr>
          <a:lstStyle/>
          <a:p>
            <a:r>
              <a:rPr lang="ko-KR" altLang="en-US" sz="2800" dirty="0">
                <a:solidFill>
                  <a:schemeClr val="bg1"/>
                </a:solidFill>
              </a:rPr>
              <a:t>프로젝트 개발 진행 상황</a:t>
            </a:r>
            <a:r>
              <a:rPr lang="en-US" altLang="ko-KR" sz="2800" dirty="0">
                <a:solidFill>
                  <a:schemeClr val="bg1"/>
                </a:solidFill>
              </a:rPr>
              <a:t>- </a:t>
            </a:r>
            <a:r>
              <a:rPr lang="ko-KR" altLang="en-US" sz="2800" dirty="0">
                <a:solidFill>
                  <a:schemeClr val="bg1"/>
                </a:solidFill>
              </a:rPr>
              <a:t>평균 </a:t>
            </a:r>
            <a:r>
              <a:rPr lang="en-US" altLang="ko-KR" sz="2800">
                <a:solidFill>
                  <a:schemeClr val="bg1"/>
                </a:solidFill>
              </a:rPr>
              <a:t>92.5%</a:t>
            </a:r>
            <a:endParaRPr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052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3B4AE6-5CB9-7AE4-5967-A4383CDE0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92" y="393908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 (9주)</a:t>
            </a:r>
          </a:p>
        </p:txBody>
      </p:sp>
      <p:pic>
        <p:nvPicPr>
          <p:cNvPr id="5" name="그림 4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9C99A5-DEEE-A0A5-118E-8E8600032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D05450A-2136-E171-A351-42DD470750FE}"/>
              </a:ext>
            </a:extLst>
          </p:cNvPr>
          <p:cNvSpPr txBox="1">
            <a:spLocks/>
          </p:cNvSpPr>
          <p:nvPr/>
        </p:nvSpPr>
        <p:spPr>
          <a:xfrm>
            <a:off x="352324" y="122725"/>
            <a:ext cx="811209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err="1">
                <a:solidFill>
                  <a:schemeClr val="bg1"/>
                </a:solidFill>
              </a:rPr>
              <a:t>Github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 err="1">
                <a:solidFill>
                  <a:schemeClr val="bg1"/>
                </a:solidFill>
              </a:rPr>
              <a:t>커밋</a:t>
            </a:r>
            <a:r>
              <a:rPr lang="ko-KR" altLang="en-US" dirty="0">
                <a:solidFill>
                  <a:schemeClr val="bg1"/>
                </a:solidFill>
              </a:rPr>
              <a:t> 통계</a:t>
            </a:r>
          </a:p>
        </p:txBody>
      </p:sp>
      <p:pic>
        <p:nvPicPr>
          <p:cNvPr id="8" name="그림 7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2DBF54-D811-C760-3D95-EEA7B6341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05" y="1032785"/>
            <a:ext cx="8466091" cy="559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57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179</Words>
  <Application>Microsoft Office PowerPoint</Application>
  <PresentationFormat>화면 슬라이드 쇼(4:3)</PresentationFormat>
  <Paragraphs>53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Calibri</vt:lpstr>
      <vt:lpstr>Office Theme</vt:lpstr>
      <vt:lpstr>2D 게임 프로그래밍 프로젝트</vt:lpstr>
      <vt:lpstr>프로젝트 개발 진행 상황- 평균 92.5%</vt:lpstr>
      <vt:lpstr> (9주)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장현 조</cp:lastModifiedBy>
  <cp:revision>11</cp:revision>
  <dcterms:created xsi:type="dcterms:W3CDTF">2013-01-27T09:14:16Z</dcterms:created>
  <dcterms:modified xsi:type="dcterms:W3CDTF">2025-11-12T13:33:04Z</dcterms:modified>
  <cp:category/>
</cp:coreProperties>
</file>