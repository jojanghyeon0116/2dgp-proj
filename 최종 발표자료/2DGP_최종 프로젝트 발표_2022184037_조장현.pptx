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3" r:id="rId3"/>
    <p:sldId id="262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1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49161-9601-4D04-AD88-DADB3BAACA0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9DAB12-C972-4A33-A969-578666726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202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9DAB12-C972-4A33-A969-57866672668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389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E58DF9-5EEB-3968-D1F2-DA899A931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68579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620"/>
            <a:ext cx="4174944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08502" y="1500874"/>
            <a:ext cx="6887365" cy="387035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48"/>
            <a:ext cx="1559634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80082" y="3068761"/>
            <a:ext cx="3378495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580917" y="-6485"/>
            <a:ext cx="257037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38276" y="464574"/>
            <a:ext cx="3682024" cy="9158579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7639"/>
            <a:ext cx="3659866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2155188"/>
            <a:ext cx="3120174" cy="2839273"/>
          </a:xfrm>
        </p:spPr>
        <p:txBody>
          <a:bodyPr>
            <a:normAutofit/>
          </a:bodyPr>
          <a:lstStyle/>
          <a:p>
            <a:pPr algn="l"/>
            <a:r>
              <a:rPr lang="en-US" altLang="ko-KR" sz="3500" dirty="0">
                <a:solidFill>
                  <a:srgbClr val="FFFFFF"/>
                </a:solidFill>
              </a:rPr>
              <a:t>2D </a:t>
            </a:r>
            <a:r>
              <a:rPr lang="ko-KR" altLang="en-US" sz="3500" dirty="0">
                <a:solidFill>
                  <a:srgbClr val="FFFFFF"/>
                </a:solidFill>
              </a:rPr>
              <a:t>게임 프로그래밍</a:t>
            </a:r>
            <a:br>
              <a:rPr lang="ko-KR" altLang="en-US" sz="3500" dirty="0">
                <a:solidFill>
                  <a:srgbClr val="FFFFFF"/>
                </a:solidFill>
              </a:rPr>
            </a:br>
            <a:r>
              <a:rPr lang="ko-KR" altLang="en-US" sz="3500" dirty="0">
                <a:solidFill>
                  <a:srgbClr val="FFFFFF"/>
                </a:solidFill>
              </a:rPr>
              <a:t>프로젝트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5166367"/>
            <a:ext cx="3120174" cy="850998"/>
          </a:xfrm>
        </p:spPr>
        <p:txBody>
          <a:bodyPr>
            <a:normAutofit/>
          </a:bodyPr>
          <a:lstStyle/>
          <a:p>
            <a:pPr algn="l"/>
            <a:r>
              <a:rPr lang="en-US" altLang="ko-KR" sz="1700">
                <a:solidFill>
                  <a:srgbClr val="FFFFFF"/>
                </a:solidFill>
              </a:rPr>
              <a:t>2022184037 </a:t>
            </a:r>
            <a:r>
              <a:rPr lang="ko-KR" altLang="en-US" sz="1700">
                <a:solidFill>
                  <a:srgbClr val="FFFFFF"/>
                </a:solidFill>
              </a:rPr>
              <a:t>조장현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DE31BC-5DE2-491B-A6B8-5A844E88AF21}"/>
              </a:ext>
            </a:extLst>
          </p:cNvPr>
          <p:cNvSpPr txBox="1">
            <a:spLocks/>
          </p:cNvSpPr>
          <p:nvPr/>
        </p:nvSpPr>
        <p:spPr>
          <a:xfrm>
            <a:off x="4780650" y="2385220"/>
            <a:ext cx="2570371" cy="2379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3500" dirty="0">
                <a:solidFill>
                  <a:srgbClr val="FFFFFF"/>
                </a:solidFill>
              </a:rPr>
              <a:t>용사 키우기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68"/>
    </mc:Choice>
    <mc:Fallback xmlns="">
      <p:transition spd="slow" advTm="796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2FAA0C-AC32-AD4E-4AC6-28A6CC346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190950-70D2-86E5-E70C-837F163D6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856432"/>
              </p:ext>
            </p:extLst>
          </p:nvPr>
        </p:nvGraphicFramePr>
        <p:xfrm>
          <a:off x="172710" y="980496"/>
          <a:ext cx="8791676" cy="5657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919">
                  <a:extLst>
                    <a:ext uri="{9D8B030D-6E8A-4147-A177-3AD203B41FA5}">
                      <a16:colId xmlns:a16="http://schemas.microsoft.com/office/drawing/2014/main" val="3852100901"/>
                    </a:ext>
                  </a:extLst>
                </a:gridCol>
                <a:gridCol w="2197919">
                  <a:extLst>
                    <a:ext uri="{9D8B030D-6E8A-4147-A177-3AD203B41FA5}">
                      <a16:colId xmlns:a16="http://schemas.microsoft.com/office/drawing/2014/main" val="3834448099"/>
                    </a:ext>
                  </a:extLst>
                </a:gridCol>
                <a:gridCol w="2197919">
                  <a:extLst>
                    <a:ext uri="{9D8B030D-6E8A-4147-A177-3AD203B41FA5}">
                      <a16:colId xmlns:a16="http://schemas.microsoft.com/office/drawing/2014/main" val="5744350"/>
                    </a:ext>
                  </a:extLst>
                </a:gridCol>
                <a:gridCol w="2197919">
                  <a:extLst>
                    <a:ext uri="{9D8B030D-6E8A-4147-A177-3AD203B41FA5}">
                      <a16:colId xmlns:a16="http://schemas.microsoft.com/office/drawing/2014/main" val="408562466"/>
                    </a:ext>
                  </a:extLst>
                </a:gridCol>
              </a:tblGrid>
              <a:tr h="4793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목표 범위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개발 완료 범위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진척도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29354"/>
                  </a:ext>
                </a:extLst>
              </a:tr>
              <a:tr h="4793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맵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일반 스테이지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상점 스테이지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보스 스테이지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종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종 구현 완료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163391"/>
                  </a:ext>
                </a:extLst>
              </a:tr>
              <a:tr h="5025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캐릭터 컨트롤러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좌우 이동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점프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기본 공격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스킬 사용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모두 구현 완료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452123"/>
                  </a:ext>
                </a:extLst>
              </a:tr>
              <a:tr h="60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포탈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포탈 </a:t>
                      </a:r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이용시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 다음 스테이지 진입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모두 구현 완료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964807"/>
                  </a:ext>
                </a:extLst>
              </a:tr>
              <a:tr h="60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스킬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직업 별 각기 다른 스킬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개씩 구현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레벨에 따른 스킬 해금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몬스터 혹은 보스와 충돌 구현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스킬 </a:t>
                      </a:r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쿨타임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모두 구현 완료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419722"/>
                  </a:ext>
                </a:extLst>
              </a:tr>
              <a:tr h="77062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몬스터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캐릭터와 일정거리시 캐릭터를 따라오도록 구현 및 공격 구현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사망시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 아이템 드랍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모두 구현 완료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018519"/>
                  </a:ext>
                </a:extLst>
              </a:tr>
              <a:tr h="7576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보스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일정 시간이 지나면 스킬 사용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플레이어와 일정거리시 다가오도록 구현 및 공격 구현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스킬 및 공격이 플레이어와 충돌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모두 구현 완료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033455"/>
                  </a:ext>
                </a:extLst>
              </a:tr>
              <a:tr h="4793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모델링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전사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법사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궁수 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종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구현 완료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83203"/>
                  </a:ext>
                </a:extLst>
              </a:tr>
              <a:tr h="5025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UI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Hp,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</a:rPr>
                        <a:t>Mp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스킬 아이콘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돈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경험치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레벨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메뉴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solidFill>
                            <a:schemeClr val="bg1"/>
                          </a:solidFill>
                        </a:rPr>
                        <a:t>Mp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메뉴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제외 모두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80%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570970"/>
                  </a:ext>
                </a:extLst>
              </a:tr>
              <a:tr h="4793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사운드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계획에는 없었습니다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배경 음악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88770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B97457CB-383B-8D9C-B156-19587B11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24" y="122725"/>
            <a:ext cx="8112094" cy="1143000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solidFill>
                  <a:schemeClr val="bg1"/>
                </a:solidFill>
              </a:rPr>
              <a:t>프로젝트 개발 진행 상황</a:t>
            </a:r>
            <a:r>
              <a:rPr lang="en-US" altLang="ko-KR" sz="2800" dirty="0">
                <a:solidFill>
                  <a:schemeClr val="bg1"/>
                </a:solidFill>
              </a:rPr>
              <a:t>- </a:t>
            </a:r>
            <a:r>
              <a:rPr lang="ko-KR" altLang="en-US" sz="2800" dirty="0">
                <a:solidFill>
                  <a:schemeClr val="bg1"/>
                </a:solidFill>
              </a:rPr>
              <a:t>평균 </a:t>
            </a:r>
            <a:r>
              <a:rPr lang="en-US" altLang="ko-KR" sz="2800" dirty="0">
                <a:solidFill>
                  <a:schemeClr val="bg1"/>
                </a:solidFill>
              </a:rPr>
              <a:t>97.7%</a:t>
            </a:r>
            <a:endParaRPr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278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3B4AE6-5CB9-7AE4-5967-A4383CDE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2" y="393908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 (9주)</a:t>
            </a:r>
          </a:p>
        </p:txBody>
      </p:sp>
      <p:pic>
        <p:nvPicPr>
          <p:cNvPr id="5" name="그림 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9C99A5-DEEE-A0A5-118E-8E8600032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D05450A-2136-E171-A351-42DD470750FE}"/>
              </a:ext>
            </a:extLst>
          </p:cNvPr>
          <p:cNvSpPr txBox="1">
            <a:spLocks/>
          </p:cNvSpPr>
          <p:nvPr/>
        </p:nvSpPr>
        <p:spPr>
          <a:xfrm>
            <a:off x="352324" y="33556"/>
            <a:ext cx="811209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err="1">
                <a:solidFill>
                  <a:schemeClr val="bg1"/>
                </a:solidFill>
              </a:rPr>
              <a:t>Github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커밋</a:t>
            </a:r>
            <a:r>
              <a:rPr lang="ko-KR" altLang="en-US" dirty="0">
                <a:solidFill>
                  <a:schemeClr val="bg1"/>
                </a:solidFill>
              </a:rPr>
              <a:t> 통계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1647D35-83BD-9889-561C-A3BC6B2E8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42221"/>
              </p:ext>
            </p:extLst>
          </p:nvPr>
        </p:nvGraphicFramePr>
        <p:xfrm>
          <a:off x="99392" y="1396998"/>
          <a:ext cx="4116746" cy="52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373">
                  <a:extLst>
                    <a:ext uri="{9D8B030D-6E8A-4147-A177-3AD203B41FA5}">
                      <a16:colId xmlns:a16="http://schemas.microsoft.com/office/drawing/2014/main" val="1291836947"/>
                    </a:ext>
                  </a:extLst>
                </a:gridCol>
                <a:gridCol w="2058373">
                  <a:extLst>
                    <a:ext uri="{9D8B030D-6E8A-4147-A177-3AD203B41FA5}">
                      <a16:colId xmlns:a16="http://schemas.microsoft.com/office/drawing/2014/main" val="148238186"/>
                    </a:ext>
                  </a:extLst>
                </a:gridCol>
              </a:tblGrid>
              <a:tr h="524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커밋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443691"/>
                  </a:ext>
                </a:extLst>
              </a:tr>
              <a:tr h="52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Week of 12 Oct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9969"/>
                  </a:ext>
                </a:extLst>
              </a:tr>
              <a:tr h="52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Week of 19 Oct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331293"/>
                  </a:ext>
                </a:extLst>
              </a:tr>
              <a:tr h="52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Week of 26 Oct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29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046207"/>
                  </a:ext>
                </a:extLst>
              </a:tr>
              <a:tr h="52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Week of 2 Nov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188098"/>
                  </a:ext>
                </a:extLst>
              </a:tr>
              <a:tr h="52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Week of 9 Nov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63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866722"/>
                  </a:ext>
                </a:extLst>
              </a:tr>
              <a:tr h="52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Week of 16 Nov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47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514474"/>
                  </a:ext>
                </a:extLst>
              </a:tr>
              <a:tr h="52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Week of 23 Nov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003819"/>
                  </a:ext>
                </a:extLst>
              </a:tr>
              <a:tr h="52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Week of 30 Nov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085160"/>
                  </a:ext>
                </a:extLst>
              </a:tr>
              <a:tr h="52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Week of Dec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35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9993"/>
                  </a:ext>
                </a:extLst>
              </a:tr>
            </a:tbl>
          </a:graphicData>
        </a:graphic>
      </p:graphicFrame>
      <p:pic>
        <p:nvPicPr>
          <p:cNvPr id="10" name="그림 9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B99E76-BB19-83E7-7FFB-ABFAE7ACD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186" y="965408"/>
            <a:ext cx="4795766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57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244</Words>
  <Application>Microsoft Office PowerPoint</Application>
  <PresentationFormat>화면 슬라이드 쇼(4:3)</PresentationFormat>
  <Paragraphs>67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Theme</vt:lpstr>
      <vt:lpstr>2D 게임 프로그래밍 프로젝트</vt:lpstr>
      <vt:lpstr>프로젝트 개발 진행 상황- 평균 97.7%</vt:lpstr>
      <vt:lpstr> (9주)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장현 조</cp:lastModifiedBy>
  <cp:revision>12</cp:revision>
  <dcterms:created xsi:type="dcterms:W3CDTF">2013-01-27T09:14:16Z</dcterms:created>
  <dcterms:modified xsi:type="dcterms:W3CDTF">2025-12-10T14:02:59Z</dcterms:modified>
  <cp:category/>
</cp:coreProperties>
</file>